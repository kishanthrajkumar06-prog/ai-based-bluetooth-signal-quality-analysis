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Bluetooth Signal Quality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14 | ECE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Bluetooth link quality changes with distance, interference, obstacles, and device conditions.</a:t>
            </a:r>
          </a:p>
          <a:p>
            <a:pPr>
              <a:defRPr sz="2400"/>
            </a:pPr>
            <a:r>
              <a:t>Predict quality as Good, Moderate, or Poor.</a:t>
            </a:r>
          </a:p>
          <a:p>
            <a:pPr>
              <a:defRPr sz="2400"/>
            </a:pPr>
            <a:r>
              <a:t>Compare signal conditions and evaluate model performance.</a:t>
            </a:r>
          </a:p>
          <a:p>
            <a:pPr>
              <a:defRPr sz="2400"/>
            </a:pPr>
            <a:r>
              <a:t>Deliver a working dashboard, source code, report, and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Features: RSSI, packet loss, latency, distance, interference, obstacles, connection status.</a:t>
            </a:r>
          </a:p>
          <a:p>
            <a:pPr>
              <a:defRPr sz="2400"/>
            </a:pPr>
            <a:r>
              <a:t>Included CSV: 1,800 synthetic demonstration samples.</a:t>
            </a:r>
          </a:p>
          <a:p>
            <a:pPr>
              <a:defRPr sz="2400"/>
            </a:pPr>
            <a:r>
              <a:t>Synthetic data is clearly marked; it is not measured Bluetooth hardware data.</a:t>
            </a:r>
          </a:p>
          <a:p>
            <a:pPr>
              <a:defRPr sz="2400"/>
            </a:pPr>
            <a:r>
              <a:t>For final validation, collect repeated measurements from real devices.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Clean required fields and split data into 80% training and 20% testing.</a:t>
            </a:r>
          </a:p>
          <a:p>
            <a:pPr>
              <a:defRPr sz="2400"/>
            </a:pPr>
            <a:r>
              <a:t>Scale numerical features and one-hot encode categorical features.</a:t>
            </a:r>
          </a:p>
          <a:p>
            <a:pPr>
              <a:defRPr sz="2400"/>
            </a:pPr>
            <a:r>
              <a:t>Train a Random Forest classifier with 250 trees.</a:t>
            </a:r>
          </a:p>
          <a:p>
            <a:pPr>
              <a:defRPr sz="2400"/>
            </a:pPr>
            <a:r>
              <a:t>Evaluate using accuracy, macro F1-score, per-class metrics, and a confusion matrix.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Input measurements → preprocessing → Random Forest model</a:t>
            </a:r>
          </a:p>
          <a:p>
            <a:pPr>
              <a:defRPr sz="2400"/>
            </a:pPr>
            <a:r>
              <a:t>Model output → quality label and class probabilities</a:t>
            </a:r>
          </a:p>
          <a:p>
            <a:pPr>
              <a:defRPr sz="2400"/>
            </a:pPr>
            <a:r>
              <a:t>Streamlit dashboard → interactive prediction and data exploration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Run train_model.py to generate metrics.json and the confusion matrix.</a:t>
            </a:r>
          </a:p>
          <a:p>
            <a:pPr>
              <a:defRPr sz="2400"/>
            </a:pPr>
            <a:r>
              <a:t>Scores on synthetic data do not prove real-world performance.</a:t>
            </a:r>
          </a:p>
          <a:p>
            <a:pPr>
              <a:defRPr sz="2400"/>
            </a:pPr>
            <a:r>
              <a:t>Device hardware, antenna orientation, walls, and radio traffic affect measurements.</a:t>
            </a:r>
          </a:p>
          <a:p>
            <a:pPr>
              <a:defRPr sz="2400"/>
            </a:pPr>
            <a:r>
              <a:t>Use a held-out real-world test set for a defensible final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prototype covers the complete ML workflow and a user-facing dashboard.</a:t>
            </a:r>
          </a:p>
          <a:p>
            <a:pPr>
              <a:defRPr sz="2400"/>
            </a:pPr>
            <a:r>
              <a:t>Collect real Bluetooth measurements across distance and interference conditions.</a:t>
            </a:r>
          </a:p>
          <a:p>
            <a:pPr>
              <a:defRPr sz="2400"/>
            </a:pPr>
            <a:r>
              <a:t>Define consistent quality labels and retrain the model.</a:t>
            </a:r>
          </a:p>
          <a:p>
            <a:pPr>
              <a:defRPr sz="2400"/>
            </a:pPr>
            <a:r>
              <a:t>Document devices, protocol, repeated trials, and limitations in the final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